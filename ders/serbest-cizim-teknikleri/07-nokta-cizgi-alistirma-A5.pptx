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330952" cy="7562088"/>
  <p:notesSz cx="7562088" cy="5330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4747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IMC321 SERBEST ÇİZİM TEKNİKLERİ  ·  2. HAFTA  ·  8 EKİM 2026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394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Nokta ve Çizgi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3520440" y="5577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DÖRT ALIŞTIRMA</a:t>
            </a:r>
            <a:endParaRPr lang="en-US" sz="8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DAKİKA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78408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tek bir soruyu çalışıyoruz: bir çizgi kaç farklı şey olabilir? Sırayı bozmayın — her alıştırma bir öncekinin üzerine biniyor.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4507992" cy="0"/>
          </a:xfrm>
          <a:prstGeom prst="line">
            <a:avLst/>
          </a:prstGeom>
          <a:noFill/>
          <a:ln w="15875">
            <a:solidFill>
              <a:srgbClr val="1B1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72184"/>
            <a:ext cx="274320" cy="274320"/>
          </a:xfrm>
          <a:prstGeom prst="rect">
            <a:avLst/>
          </a:prstGeom>
          <a:solidFill>
            <a:srgbClr val="F2F4F6"/>
          </a:solidFill>
          <a:ln w="9525">
            <a:solidFill>
              <a:srgbClr val="1B1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5224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453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IŞINLAR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149047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dk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1728216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Sayfanın ortasına tek bir nokta koy. O noktadan dışarı doğru ışınlar çiz; her ışın noktadan başlasın ve kâğıdın kenarına kadar gitsin. Sayfa dolana kadar devam et.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5528" y="2295144"/>
            <a:ext cx="201168" cy="0"/>
          </a:xfrm>
          <a:prstGeom prst="line">
            <a:avLst/>
          </a:prstGeom>
          <a:noFill/>
          <a:ln w="15875">
            <a:solidFill>
              <a:srgbClr val="2A62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235915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hep merkezden dışa çekilir, kenardan içeri değil. Hareket omuzdan gelsin.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4507992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25496"/>
            <a:ext cx="274320" cy="274320"/>
          </a:xfrm>
          <a:prstGeom prst="rect">
            <a:avLst/>
          </a:prstGeom>
          <a:solidFill>
            <a:srgbClr val="F2F4F6"/>
          </a:solidFill>
          <a:ln w="9525">
            <a:solidFill>
              <a:srgbClr val="1B1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8757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0720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ELLİ NOKTA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2843784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dk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81528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sayfaya, düşünmeden, rastgele 50 nokta serp. Sonra bunları tek tek, düz çizgilerle birleştir. Her çizgi bir noktada başlayıp öbüründe tam isabetle bitsin.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5528" y="3648456"/>
            <a:ext cx="201168" cy="0"/>
          </a:xfrm>
          <a:prstGeom prst="line">
            <a:avLst/>
          </a:prstGeom>
          <a:noFill/>
          <a:ln w="15875">
            <a:solidFill>
              <a:srgbClr val="2A62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71246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Gözün kalemin ucuna değil, gitmek istediğin noktaya baksın. Önce havada prova et, sonra tek hamlede çek.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4087368"/>
            <a:ext cx="4507992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78808"/>
            <a:ext cx="274320" cy="274320"/>
          </a:xfrm>
          <a:prstGeom prst="rect">
            <a:avLst/>
          </a:prstGeom>
          <a:solidFill>
            <a:srgbClr val="F2F4F6"/>
          </a:solidFill>
          <a:ln w="9525">
            <a:solidFill>
              <a:srgbClr val="1B1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42291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1605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ÇİZGİ, KAÇ TÜRLÜ?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4197096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dk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434840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Kalemi kâğıttan hiç kaldırmadan tek bir çizgi çiz — ama çizgi hep aynı kalmasın. İlerledikçe karakterini değiştir ve sayfayı dolaş.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5528" y="5001768"/>
            <a:ext cx="201168" cy="0"/>
          </a:xfrm>
          <a:prstGeom prst="line">
            <a:avLst/>
          </a:prstGeom>
          <a:noFill/>
          <a:ln w="15875">
            <a:solidFill>
              <a:srgbClr val="2A62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06577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Değiştirebileceklerin: hız · basınç · süreklilik · ritim · yoğunluk · açısallık · yön. Kaç karakter bulduğunu say.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5440680"/>
            <a:ext cx="4507992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5532120"/>
            <a:ext cx="274320" cy="274320"/>
          </a:xfrm>
          <a:prstGeom prst="rect">
            <a:avLst/>
          </a:prstGeom>
          <a:solidFill>
            <a:srgbClr val="F2F4F6"/>
          </a:solidFill>
          <a:ln w="9525">
            <a:solidFill>
              <a:srgbClr val="1B1F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55824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5138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SIRA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" y="5550408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dk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" y="5788152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alıştırmada bulduğun karakterlerden dördünü seç. Yeni bir sayfayı yatay dört şeride böl ve her şeride bir karakteri, baştan sona aynı tutarak tekrarla.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5528" y="6355080"/>
            <a:ext cx="201168" cy="0"/>
          </a:xfrm>
          <a:prstGeom prst="line">
            <a:avLst/>
          </a:prstGeom>
          <a:noFill/>
          <a:ln w="15875">
            <a:solidFill>
              <a:srgbClr val="2A628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5528" y="64190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tesadüfen bulduğun izi isteyerek üretebilmek. Şeridin başına izin adını yaz.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75404" y="1993392"/>
            <a:ext cx="365760" cy="0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2095" y="2012157"/>
            <a:ext cx="343702" cy="125097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62568" y="2028658"/>
            <a:ext cx="280188" cy="235106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47972" y="2040906"/>
            <a:ext cx="182880" cy="316757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30067" y="2047422"/>
            <a:ext cx="63514" cy="360203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247499" y="2047422"/>
            <a:ext cx="63514" cy="360203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110228" y="2040906"/>
            <a:ext cx="182880" cy="316757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998323" y="2028658"/>
            <a:ext cx="280188" cy="235106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925283" y="2012157"/>
            <a:ext cx="343702" cy="125097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99916" y="1993392"/>
            <a:ext cx="365760" cy="0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25283" y="1849530"/>
            <a:ext cx="343702" cy="125097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98323" y="1723020"/>
            <a:ext cx="280188" cy="235106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0228" y="1629121"/>
            <a:ext cx="182880" cy="316757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47499" y="1579158"/>
            <a:ext cx="63514" cy="360203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330067" y="1579158"/>
            <a:ext cx="63514" cy="360203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347972" y="1629121"/>
            <a:ext cx="182880" cy="316757"/>
          </a:xfrm>
          <a:prstGeom prst="line">
            <a:avLst/>
          </a:prstGeom>
          <a:noFill/>
          <a:ln w="13970">
            <a:solidFill>
              <a:srgbClr val="1B1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362568" y="1723020"/>
            <a:ext cx="280188" cy="235106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372095" y="1849530"/>
            <a:ext cx="343702" cy="125097"/>
          </a:xfrm>
          <a:prstGeom prst="line">
            <a:avLst/>
          </a:prstGeom>
          <a:noFill/>
          <a:ln w="7620">
            <a:solidFill>
              <a:srgbClr val="A8ADB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88536" y="1961388"/>
            <a:ext cx="64008" cy="6400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840480" y="2953512"/>
            <a:ext cx="292608" cy="118872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33088" y="2953512"/>
            <a:ext cx="283464" cy="164592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416552" y="2999232"/>
            <a:ext cx="283464" cy="118872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0016" y="2999232"/>
            <a:ext cx="82296" cy="310896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507992" y="3310128"/>
            <a:ext cx="274320" cy="128016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33672" y="3291840"/>
            <a:ext cx="274320" cy="146304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3941064" y="3291840"/>
            <a:ext cx="292608" cy="109728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41064" y="3401568"/>
            <a:ext cx="146304" cy="237744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87368" y="3639312"/>
            <a:ext cx="310896" cy="73152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4398264" y="3602736"/>
            <a:ext cx="347472" cy="109728"/>
          </a:xfrm>
          <a:prstGeom prst="line">
            <a:avLst/>
          </a:prstGeom>
          <a:noFill/>
          <a:ln w="10795">
            <a:solidFill>
              <a:srgbClr val="1B1F2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11219" y="3043123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03827" y="2924251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7291" y="3088843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70755" y="2969971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3051" y="3280867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78731" y="3408883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4411" y="3262579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11803" y="3372307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058107" y="3610051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69003" y="3683203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16475" y="3573475"/>
            <a:ext cx="58522" cy="58522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94760" y="4297680"/>
            <a:ext cx="274320" cy="91440"/>
          </a:xfrm>
          <a:prstGeom prst="line">
            <a:avLst/>
          </a:prstGeom>
          <a:noFill/>
          <a:ln w="7620">
            <a:solidFill>
              <a:srgbClr val="1B1F2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069080" y="4297680"/>
            <a:ext cx="256032" cy="91440"/>
          </a:xfrm>
          <a:prstGeom prst="line">
            <a:avLst/>
          </a:prstGeom>
          <a:noFill/>
          <a:ln w="15240">
            <a:solidFill>
              <a:srgbClr val="1B1F2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25112" y="4297680"/>
            <a:ext cx="310896" cy="109728"/>
          </a:xfrm>
          <a:prstGeom prst="line">
            <a:avLst/>
          </a:prstGeom>
          <a:noFill/>
          <a:ln w="25400">
            <a:solidFill>
              <a:srgbClr val="1B1F2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636008" y="4315968"/>
            <a:ext cx="201168" cy="91440"/>
          </a:xfrm>
          <a:prstGeom prst="line">
            <a:avLst/>
          </a:prstGeom>
          <a:noFill/>
          <a:ln w="38100">
            <a:solidFill>
              <a:srgbClr val="1B1F2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94760" y="4645152"/>
            <a:ext cx="237744" cy="109728"/>
          </a:xfrm>
          <a:prstGeom prst="line">
            <a:avLst/>
          </a:prstGeom>
          <a:noFill/>
          <a:ln w="17780">
            <a:solidFill>
              <a:srgbClr val="1B1F24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4032504" y="4626864"/>
            <a:ext cx="256032" cy="128016"/>
          </a:xfrm>
          <a:prstGeom prst="line">
            <a:avLst/>
          </a:prstGeom>
          <a:noFill/>
          <a:ln w="17780">
            <a:solidFill>
              <a:srgbClr val="1B1F24"/>
            </a:solidFill>
            <a:prstDash val="sysDash"/>
          </a:ln>
        </p:spPr>
      </p:sp>
      <p:sp>
        <p:nvSpPr>
          <p:cNvPr id="84" name="Shape 82"/>
          <p:cNvSpPr/>
          <p:nvPr/>
        </p:nvSpPr>
        <p:spPr>
          <a:xfrm>
            <a:off x="4288536" y="4626864"/>
            <a:ext cx="310896" cy="128016"/>
          </a:xfrm>
          <a:prstGeom prst="line">
            <a:avLst/>
          </a:prstGeom>
          <a:noFill/>
          <a:ln w="17780">
            <a:solidFill>
              <a:srgbClr val="1B1F24"/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 flipV="1">
            <a:off x="4599432" y="4663440"/>
            <a:ext cx="237744" cy="91440"/>
          </a:xfrm>
          <a:prstGeom prst="line">
            <a:avLst/>
          </a:prstGeom>
          <a:noFill/>
          <a:ln w="17780">
            <a:solidFill>
              <a:srgbClr val="1B1F24"/>
            </a:solidFill>
            <a:prstDash val="sysDot"/>
          </a:ln>
        </p:spPr>
      </p:sp>
      <p:sp>
        <p:nvSpPr>
          <p:cNvPr id="86" name="Shape 84"/>
          <p:cNvSpPr/>
          <p:nvPr/>
        </p:nvSpPr>
        <p:spPr>
          <a:xfrm>
            <a:off x="3794760" y="5010912"/>
            <a:ext cx="256032" cy="109728"/>
          </a:xfrm>
          <a:prstGeom prst="line">
            <a:avLst/>
          </a:prstGeom>
          <a:noFill/>
          <a:ln w="11430">
            <a:solidFill>
              <a:srgbClr val="1B1F2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4050792" y="4992624"/>
            <a:ext cx="274320" cy="128016"/>
          </a:xfrm>
          <a:prstGeom prst="line">
            <a:avLst/>
          </a:prstGeom>
          <a:noFill/>
          <a:ln w="11430">
            <a:solidFill>
              <a:srgbClr val="1B1F2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25112" y="4992624"/>
            <a:ext cx="292608" cy="128016"/>
          </a:xfrm>
          <a:prstGeom prst="line">
            <a:avLst/>
          </a:prstGeom>
          <a:noFill/>
          <a:ln w="11430">
            <a:solidFill>
              <a:srgbClr val="1B1F2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4617720" y="5029200"/>
            <a:ext cx="219456" cy="91440"/>
          </a:xfrm>
          <a:prstGeom prst="line">
            <a:avLst/>
          </a:prstGeom>
          <a:noFill/>
          <a:ln w="11430">
            <a:solidFill>
              <a:srgbClr val="1B1F2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21608" y="5669280"/>
            <a:ext cx="1197864" cy="182880"/>
          </a:xfrm>
          <a:prstGeom prst="rect">
            <a:avLst/>
          </a:prstGeom>
          <a:solidFill>
            <a:srgbClr val="F2F4F6"/>
          </a:solidFill>
          <a:ln w="6350">
            <a:solidFill>
              <a:srgbClr val="D8DCD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803904" y="5760720"/>
            <a:ext cx="1033272" cy="0"/>
          </a:xfrm>
          <a:prstGeom prst="line">
            <a:avLst/>
          </a:prstGeom>
          <a:noFill/>
          <a:ln w="11430">
            <a:solidFill>
              <a:srgbClr val="1B1F2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21608" y="5897880"/>
            <a:ext cx="1197864" cy="182880"/>
          </a:xfrm>
          <a:prstGeom prst="rect">
            <a:avLst/>
          </a:prstGeom>
          <a:solidFill>
            <a:srgbClr val="F2F4F6"/>
          </a:solidFill>
          <a:ln w="6350">
            <a:solidFill>
              <a:srgbClr val="D8DCD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03904" y="5989320"/>
            <a:ext cx="1033272" cy="0"/>
          </a:xfrm>
          <a:prstGeom prst="line">
            <a:avLst/>
          </a:prstGeom>
          <a:noFill/>
          <a:ln w="24130">
            <a:solidFill>
              <a:srgbClr val="1B1F24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3721608" y="6126480"/>
            <a:ext cx="1197864" cy="182880"/>
          </a:xfrm>
          <a:prstGeom prst="rect">
            <a:avLst/>
          </a:prstGeom>
          <a:solidFill>
            <a:srgbClr val="F2F4F6"/>
          </a:solidFill>
          <a:ln w="6350">
            <a:solidFill>
              <a:srgbClr val="D8DCD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803904" y="6217920"/>
            <a:ext cx="1033272" cy="0"/>
          </a:xfrm>
          <a:prstGeom prst="line">
            <a:avLst/>
          </a:prstGeom>
          <a:noFill/>
          <a:ln w="8890">
            <a:solidFill>
              <a:srgbClr val="1B1F24"/>
            </a:solidFill>
            <a:prstDash val="sysDot"/>
          </a:ln>
        </p:spPr>
      </p:sp>
      <p:sp>
        <p:nvSpPr>
          <p:cNvPr id="96" name="Shape 94"/>
          <p:cNvSpPr/>
          <p:nvPr/>
        </p:nvSpPr>
        <p:spPr>
          <a:xfrm>
            <a:off x="3721608" y="6355080"/>
            <a:ext cx="1197864" cy="182880"/>
          </a:xfrm>
          <a:prstGeom prst="rect">
            <a:avLst/>
          </a:prstGeom>
          <a:solidFill>
            <a:srgbClr val="F2F4F6"/>
          </a:solidFill>
          <a:ln w="6350">
            <a:solidFill>
              <a:srgbClr val="D8DCD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803904" y="6446520"/>
            <a:ext cx="1033272" cy="0"/>
          </a:xfrm>
          <a:prstGeom prst="line">
            <a:avLst/>
          </a:prstGeom>
          <a:noFill/>
          <a:ln w="33020">
            <a:solidFill>
              <a:srgbClr val="1B1F24"/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>
            <a:off x="411480" y="6931152"/>
            <a:ext cx="4507992" cy="0"/>
          </a:xfrm>
          <a:prstGeom prst="line">
            <a:avLst/>
          </a:prstGeom>
          <a:noFill/>
          <a:ln w="15875">
            <a:solidFill>
              <a:srgbClr val="1B1F2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11480" y="7004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YANINDA OLSUN</a:t>
            </a:r>
            <a:endParaRPr lang="en-US" sz="650" dirty="0"/>
          </a:p>
        </p:txBody>
      </p:sp>
      <p:sp>
        <p:nvSpPr>
          <p:cNvPr id="100" name="Text 98"/>
          <p:cNvSpPr txBox="1"/>
          <p:nvPr/>
        </p:nvSpPr>
        <p:spPr>
          <a:xfrm>
            <a:off x="411480" y="7159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sayfa A4 ya da A3  ·  2B kalem  ·  fineliner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2898648" y="7004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ÜÇ KURAL</a:t>
            </a:r>
            <a:endParaRPr lang="en-US" sz="650" dirty="0"/>
          </a:p>
        </p:txBody>
      </p:sp>
      <p:sp>
        <p:nvSpPr>
          <p:cNvPr id="102" name="Text 100"/>
          <p:cNvSpPr txBox="1"/>
          <p:nvPr/>
        </p:nvSpPr>
        <p:spPr>
          <a:xfrm>
            <a:off x="2898648" y="715975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Silgi yok  ·  Bastırarak koyulaştırma yok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sayfa atılmaz — dosyaya girer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Nokta ve Çizgi — Alıştırma Föyü</dc:title>
  <dc:subject>PptxGenJS Presentation</dc:subject>
  <dc:creator>IMC321 Serbest Çizim Teknikleri</dc:creator>
  <cp:lastModifiedBy>IMC321 Serbest Çizim Teknikleri</cp:lastModifiedBy>
  <cp:revision>1</cp:revision>
  <dcterms:created xsi:type="dcterms:W3CDTF">2026-10-08T06:33:31Z</dcterms:created>
  <dcterms:modified xsi:type="dcterms:W3CDTF">2026-10-08T06:33:31Z</dcterms:modified>
</cp:coreProperties>
</file>