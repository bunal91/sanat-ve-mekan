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689336" cy="15124176"/>
  <p:notesSz cx="15124176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931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IMC321  ·  SERBEST ÇİZİM TEKNİKLERİ  ·  ÖDEV 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931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Çizgilerle Şiir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108960" cy="3474720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389888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ŞİİR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995928" y="1280160"/>
            <a:ext cx="1868424" cy="713232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123944" y="1389888"/>
            <a:ext cx="1612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SOYAD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065520" y="1280160"/>
            <a:ext cx="1868424" cy="713232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93536" y="1389888"/>
            <a:ext cx="1612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ÖĞRENCİ NO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135112" y="1280160"/>
            <a:ext cx="1868424" cy="713232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63128" y="1389888"/>
            <a:ext cx="1612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TARİH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995928" y="2194560"/>
            <a:ext cx="2903220" cy="841248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23944" y="2304288"/>
            <a:ext cx="2647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ŞİİRİN ADI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100316" y="2194560"/>
            <a:ext cx="2903220" cy="841248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228332" y="2304288"/>
            <a:ext cx="2647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ŞAİR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995928" y="3236976"/>
            <a:ext cx="6007608" cy="1517904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123944" y="3346704"/>
            <a:ext cx="5751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ŞİİRİN DUYGULARI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956048"/>
            <a:ext cx="931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ÇİZİM ALANI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85800" y="5148072"/>
            <a:ext cx="9317736" cy="9317736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14593824"/>
            <a:ext cx="931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Yalnızca çizgi: yazı, sembol ve figür kullanılmaz.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30352"/>
            <a:ext cx="931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IMC321  ·  SERBEST ÇİZİM TEKNİKLERİ  ·  ÖDEV 1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49808"/>
            <a:ext cx="9317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Çizgilerle Şarkı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1280160"/>
            <a:ext cx="3108960" cy="1755648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389888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KAREKOD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85800" y="3236976"/>
            <a:ext cx="3108960" cy="1517904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13816" y="3346704"/>
            <a:ext cx="2852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SÖZLER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995928" y="1280160"/>
            <a:ext cx="1868424" cy="713232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23944" y="1389888"/>
            <a:ext cx="1612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 SOYAD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065520" y="1280160"/>
            <a:ext cx="1868424" cy="713232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3536" y="1389888"/>
            <a:ext cx="1612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ÖĞRENCİ NO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135112" y="1280160"/>
            <a:ext cx="1868424" cy="713232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63128" y="1389888"/>
            <a:ext cx="1612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TARİH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995928" y="2194560"/>
            <a:ext cx="2903220" cy="841248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23944" y="2304288"/>
            <a:ext cx="2647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ESER ADI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100316" y="2194560"/>
            <a:ext cx="2903220" cy="841248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28332" y="2304288"/>
            <a:ext cx="26471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SANATÇI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995928" y="3236976"/>
            <a:ext cx="6007608" cy="1517904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23944" y="3346704"/>
            <a:ext cx="57515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ŞARKININ DUYGULARI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956048"/>
            <a:ext cx="931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ÇİZİM ALANI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85800" y="5148072"/>
            <a:ext cx="9317736" cy="9317736"/>
          </a:xfrm>
          <a:prstGeom prst="rect">
            <a:avLst/>
          </a:prstGeom>
          <a:ln w="12700">
            <a:solidFill>
              <a:srgbClr val="1A1A1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14593824"/>
            <a:ext cx="931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Yalnızca çizgi: yazı, sembol ve figür kullanılmaz.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Çizgilerle Şiir / Çizgilerle Şarkı — Pafta</dc:title>
  <dc:subject>PptxGenJS Presentation</dc:subject>
  <dc:creator>IMC321 Serbest Çizim Teknikleri</dc:creator>
  <cp:lastModifiedBy>IMC321 Serbest Çizim Teknikleri</cp:lastModifiedBy>
  <cp:revision>1</cp:revision>
  <dcterms:created xsi:type="dcterms:W3CDTF">2026-10-08T13:45:14Z</dcterms:created>
  <dcterms:modified xsi:type="dcterms:W3CDTF">2026-10-08T13:45:14Z</dcterms:modified>
</cp:coreProperties>
</file>