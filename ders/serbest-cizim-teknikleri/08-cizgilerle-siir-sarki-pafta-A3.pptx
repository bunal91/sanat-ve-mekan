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384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IMC321  ·  SERBEST ÇİZİM TEKNİKLERİ  ·  ÖDEV 1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22376"/>
            <a:ext cx="1384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Çizgilerle Şiir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554480" cy="71323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4081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95728" y="1298448"/>
            <a:ext cx="1554480" cy="71323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23744" y="14081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ÖĞRENCİ NO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51376" y="1298448"/>
            <a:ext cx="1554480" cy="71323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9392" y="14081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2432304" cy="841248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3225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ŞİİRİN ADI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2212848"/>
            <a:ext cx="2432304" cy="841248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1568" y="23225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ŞAİR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255264"/>
            <a:ext cx="5065776" cy="45262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364992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ŞİİR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7982712"/>
            <a:ext cx="5065776" cy="1892808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8092440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ŞİİRİN DUYGULARI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07024" y="1298448"/>
            <a:ext cx="8577072" cy="857707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140817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ÇİZİM ALANI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0021824"/>
            <a:ext cx="1384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çizgi: yazı, sembol ve figür kullanılmaz.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384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IMC321  ·  SERBEST ÇİZİM TEKNİKLERİ  ·  ÖDEV 1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22376"/>
            <a:ext cx="1384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Çizgilerle Şarkı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554480" cy="71323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4081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95728" y="1298448"/>
            <a:ext cx="1554480" cy="71323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23744" y="14081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ÖĞRENCİ NO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51376" y="1298448"/>
            <a:ext cx="1554480" cy="71323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9392" y="14081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2432304" cy="841248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3225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 ADI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2212848"/>
            <a:ext cx="2432304" cy="841248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1568" y="23225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SANATÇI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255264"/>
            <a:ext cx="5065776" cy="17830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364992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KAREKOD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5065776" cy="254203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5349240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7982712"/>
            <a:ext cx="5065776" cy="1892808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8092440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ŞARKININ DUYGULARI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07024" y="1298448"/>
            <a:ext cx="8577072" cy="857707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140817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ÇİZİM ALANI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0021824"/>
            <a:ext cx="1384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çizgi: yazı, sembol ve figür kullanılmaz.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Çizgilerle Şiir / Çizgilerle Şarkı — Pafta</dc:title>
  <dc:subject>PptxGenJS Presentation</dc:subject>
  <dc:creator>IMC321 Serbest Çizim Teknikleri</dc:creator>
  <cp:lastModifiedBy>IMC321 Serbest Çizim Teknikleri</cp:lastModifiedBy>
  <cp:revision>1</cp:revision>
  <dcterms:created xsi:type="dcterms:W3CDTF">2026-10-08T13:51:29Z</dcterms:created>
  <dcterms:modified xsi:type="dcterms:W3CDTF">2026-10-08T13:51:29Z</dcterms:modified>
</cp:coreProperties>
</file>