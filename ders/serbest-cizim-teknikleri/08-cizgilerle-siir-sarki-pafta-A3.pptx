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689336" cy="15124176"/>
  <p:notesSz cx="15124176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21792"/>
            <a:ext cx="9317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IMC321  ·  SERBEST ÇİZİM TEKNİKLERİ  ·  ÖDEV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77824"/>
            <a:ext cx="93177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Çizgilerle Şiir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82496"/>
            <a:ext cx="9317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Seçtiğiniz şiiri çizgiyle anlatın — resmetmeden, okuduğunuzu çizginin diline çevirerek.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1993392"/>
            <a:ext cx="9317736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C9CF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210312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 SOYAD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50392" y="2523744"/>
            <a:ext cx="2843784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22776" y="210312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ÖĞRENCİ NO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922776" y="2523744"/>
            <a:ext cx="2843784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95160" y="210312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TARİH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95160" y="2523744"/>
            <a:ext cx="2843784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2743200"/>
            <a:ext cx="9317736" cy="0"/>
          </a:xfrm>
          <a:prstGeom prst="line">
            <a:avLst/>
          </a:prstGeom>
          <a:noFill/>
          <a:ln w="20320">
            <a:solidFill>
              <a:srgbClr val="1B1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907792"/>
            <a:ext cx="5532120" cy="2697480"/>
          </a:xfrm>
          <a:prstGeom prst="rect">
            <a:avLst/>
          </a:prstGeom>
          <a:ln w="12700">
            <a:solidFill>
              <a:srgbClr val="C9CF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392" y="3035808"/>
            <a:ext cx="5202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ŞİİR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50392" y="33467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ŞİİRİN ADI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50392" y="3767328"/>
            <a:ext cx="2834640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67912" y="3346704"/>
            <a:ext cx="2185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ŞAİR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867912" y="3767328"/>
            <a:ext cx="2185416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" y="3931920"/>
            <a:ext cx="5202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Şiiri bu alana yazın ya da çıktısını yapıştırın.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0392" y="4389120"/>
            <a:ext cx="5202936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0392" y="4645152"/>
            <a:ext cx="5202936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0392" y="4901184"/>
            <a:ext cx="5202936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" y="5157216"/>
            <a:ext cx="5202936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" y="5413248"/>
            <a:ext cx="5202936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6520" y="2907792"/>
            <a:ext cx="3557016" cy="932688"/>
          </a:xfrm>
          <a:prstGeom prst="rect">
            <a:avLst/>
          </a:prstGeom>
          <a:solidFill>
            <a:srgbClr val="F4F6F8"/>
          </a:solidFill>
          <a:ln w="12700">
            <a:solidFill>
              <a:srgbClr val="C9CF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1112" y="3035808"/>
            <a:ext cx="3227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HEDEFLEDİĞİM DUYGU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611112" y="3310128"/>
            <a:ext cx="3227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tedirginlik · dinginlik · öfke · beklenti · yorgunluk · neşe · yalnızlık · panik · ağırlık · hafiflik · kararsızlık · kararlılık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611112" y="3621024"/>
            <a:ext cx="3227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birini daire içine alın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46520" y="3977640"/>
            <a:ext cx="3557016" cy="1627632"/>
          </a:xfrm>
          <a:prstGeom prst="rect">
            <a:avLst/>
          </a:prstGeom>
          <a:ln w="12700">
            <a:solidFill>
              <a:srgbClr val="C9CFD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11112" y="4105656"/>
            <a:ext cx="3227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NEDEN BU ÇİZGİ?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611112" y="4361688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şiir için neden bu çizgiyi seçtiniz?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11112" y="4846320"/>
            <a:ext cx="3227832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11112" y="5093208"/>
            <a:ext cx="3227832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11112" y="5340096"/>
            <a:ext cx="3227832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84148" y="6016752"/>
            <a:ext cx="8321040" cy="8321040"/>
          </a:xfrm>
          <a:prstGeom prst="rect">
            <a:avLst/>
          </a:prstGeom>
          <a:ln w="20320">
            <a:solidFill>
              <a:srgbClr val="1B1F2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84148" y="57607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ÇİZİM ALANI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761988" y="57607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23 cm  ·  taşmayın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85800" y="14557248"/>
            <a:ext cx="9317736" cy="0"/>
          </a:xfrm>
          <a:prstGeom prst="line">
            <a:avLst/>
          </a:prstGeom>
          <a:noFill/>
          <a:ln w="15240">
            <a:solidFill>
              <a:srgbClr val="1B1F2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1468526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Çalışmanızı bu kareye yerleştirin ya da doğrudan içine çizin.  ·  Yalnızca çizgi: yazı, sembol ve figür kullanılmaz.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543800" y="1468526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KAPADOKYA ÜNİVERSİTESİ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21792"/>
            <a:ext cx="7818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IMC321  ·  SERBEST ÇİZİM TEKNİKLERİ  ·  ÖDEV 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77824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Çizgilerle Şarkı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82496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Seçtiğiniz şarkıyı çizgiyle anlatın — resmetmeden, duyduğunuzu çizginin diline çevirerek.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778240" y="621792"/>
            <a:ext cx="1225296" cy="1335024"/>
          </a:xfrm>
          <a:prstGeom prst="rect">
            <a:avLst/>
          </a:prstGeom>
          <a:solidFill>
            <a:srgbClr val="F4F6F8"/>
          </a:solidFill>
          <a:ln w="12700">
            <a:solidFill>
              <a:srgbClr val="C9CF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0" y="731520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KAREKOD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8997696" y="969264"/>
            <a:ext cx="7863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6B747C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778240" y="1792224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dinlemek için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5800" y="1993392"/>
            <a:ext cx="9317736" cy="621792"/>
          </a:xfrm>
          <a:prstGeom prst="rect">
            <a:avLst/>
          </a:prstGeom>
          <a:solidFill>
            <a:srgbClr val="F4F6F8"/>
          </a:solidFill>
          <a:ln w="12700">
            <a:solidFill>
              <a:srgbClr val="C9CF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" y="210312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 SOYAD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50392" y="2523744"/>
            <a:ext cx="2843784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22776" y="210312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ÖĞRENCİ NO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922776" y="2523744"/>
            <a:ext cx="2843784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210312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TARİH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995160" y="2523744"/>
            <a:ext cx="2843784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743200"/>
            <a:ext cx="9317736" cy="0"/>
          </a:xfrm>
          <a:prstGeom prst="line">
            <a:avLst/>
          </a:prstGeom>
          <a:noFill/>
          <a:ln w="20320">
            <a:solidFill>
              <a:srgbClr val="1B1F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2907792"/>
            <a:ext cx="4206240" cy="2697480"/>
          </a:xfrm>
          <a:prstGeom prst="rect">
            <a:avLst/>
          </a:prstGeom>
          <a:ln w="12700">
            <a:solidFill>
              <a:srgbClr val="C9CF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" y="303580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ŞARKI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50392" y="3346704"/>
            <a:ext cx="3877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ESER ADI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50392" y="3767328"/>
            <a:ext cx="3877056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0392" y="3950208"/>
            <a:ext cx="3877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SANATÇI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50392" y="4370832"/>
            <a:ext cx="3877056" cy="0"/>
          </a:xfrm>
          <a:prstGeom prst="line">
            <a:avLst/>
          </a:prstGeom>
          <a:noFill/>
          <a:ln w="11430">
            <a:solidFill>
              <a:srgbClr val="1B1F2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0392" y="4535424"/>
            <a:ext cx="3877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Seçtiğiniz bölümün sözleri: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50392" y="4974336"/>
            <a:ext cx="3877056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0392" y="5221224"/>
            <a:ext cx="3877056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0392" y="5468112"/>
            <a:ext cx="3877056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0" y="2907792"/>
            <a:ext cx="4882896" cy="1051560"/>
          </a:xfrm>
          <a:prstGeom prst="rect">
            <a:avLst/>
          </a:prstGeom>
          <a:solidFill>
            <a:srgbClr val="F4F6F8"/>
          </a:solidFill>
          <a:ln w="12700">
            <a:solidFill>
              <a:srgbClr val="C9CFD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85232" y="303580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HEDEFLEDİĞİM DUYGU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285232" y="3310128"/>
            <a:ext cx="45537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tedirginlik · dinginlik · öfke · beklenti · yorgunluk · neşe · yalnızlık · panik · ağırlık · hafiflik · kararsızlık · kararlılık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285232" y="3739896"/>
            <a:ext cx="4553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birini daire içine alın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120640" y="4096512"/>
            <a:ext cx="4882896" cy="1508760"/>
          </a:xfrm>
          <a:prstGeom prst="rect">
            <a:avLst/>
          </a:prstGeom>
          <a:ln w="12700">
            <a:solidFill>
              <a:srgbClr val="C9CFD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85232" y="422452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NEDEN BU ÇİZGİ?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285232" y="4480560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şarkı için neden bu çizgiyi seçtiniz?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285232" y="4965192"/>
            <a:ext cx="4553712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5212080"/>
            <a:ext cx="4553712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85232" y="5458968"/>
            <a:ext cx="4553712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285232" y="5705856"/>
            <a:ext cx="4553712" cy="0"/>
          </a:xfrm>
          <a:prstGeom prst="line">
            <a:avLst/>
          </a:prstGeom>
          <a:noFill/>
          <a:ln w="9525">
            <a:solidFill>
              <a:srgbClr val="E3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84148" y="6016752"/>
            <a:ext cx="8321040" cy="8321040"/>
          </a:xfrm>
          <a:prstGeom prst="rect">
            <a:avLst/>
          </a:prstGeom>
          <a:ln w="20320">
            <a:solidFill>
              <a:srgbClr val="1B1F2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184148" y="57607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ÇİZİM ALANI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761988" y="57607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× 23 cm  ·  taşmayın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85800" y="14557248"/>
            <a:ext cx="9317736" cy="0"/>
          </a:xfrm>
          <a:prstGeom prst="line">
            <a:avLst/>
          </a:prstGeom>
          <a:noFill/>
          <a:ln w="15240">
            <a:solidFill>
              <a:srgbClr val="1B1F2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1468526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Çalışmanızı bu kareye yerleştirin ya da doğrudan içine çizin.  ·  Yalnızca çizgi: yazı, sembol ve figür kullanılmaz.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7543800" y="1468526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KAPADOKYA ÜNİVERSİTESİ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Çizgilerle Şiir / Çizgilerle Şarkı — Pafta</dc:title>
  <dc:subject>PptxGenJS Presentation</dc:subject>
  <dc:creator>IMC321 Serbest Çizim Teknikleri</dc:creator>
  <cp:lastModifiedBy>IMC321 Serbest Çizim Teknikleri</cp:lastModifiedBy>
  <cp:revision>1</cp:revision>
  <dcterms:created xsi:type="dcterms:W3CDTF">2026-10-08T13:27:01Z</dcterms:created>
  <dcterms:modified xsi:type="dcterms:W3CDTF">2026-10-08T13:27:01Z</dcterms:modified>
</cp:coreProperties>
</file>