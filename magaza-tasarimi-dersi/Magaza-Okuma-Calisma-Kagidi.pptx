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 basmak en iyisi; A4 de olur ama yazı alanı daralır. Her öğrenciye tek görsel verin, dört farklı görsel dolaşsın.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sayfayı öğrencilere dağıtmayın; kendinizde kalsın. Örnek satırı sadece sözlü olarak, ekrandaki beşinci görsel üzerinden gösterin.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Mağaza okuma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Verilen görseldeki mekândan markayı geri okuma çalışması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680960" y="31089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SOYAD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8686800" y="530352"/>
            <a:ext cx="1828800" cy="0"/>
          </a:xfrm>
          <a:prstGeom prst="line">
            <a:avLst/>
          </a:prstGeom>
          <a:noFill/>
          <a:ln w="11430">
            <a:solidFill>
              <a:srgbClr val="7A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07040" y="31089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NO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607040" y="530352"/>
            <a:ext cx="1033272" cy="0"/>
          </a:xfrm>
          <a:prstGeom prst="line">
            <a:avLst/>
          </a:prstGeom>
          <a:noFill/>
          <a:ln w="11430">
            <a:solidFill>
              <a:srgbClr val="7A7A8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8755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Önce ne GÖRDÜĞÜNÜ yaz, sonra ondan ne ÇIKARDIĞINI. Gerekçesiz çıkarım yapma.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325880"/>
            <a:ext cx="3383280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1417320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1618488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mekân hangi markaya ait olabilir? Ne vaat ediyor? Bunu hangi öğeden çıkardın?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94944" y="2258568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2039112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" y="1819656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14600"/>
            <a:ext cx="3383280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2606040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2807208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geliyor? Yanında kim var? Ne kadar zamanı var? Nelerden rahatsız olur?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94944" y="3447288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" y="3227832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" y="3008376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03320"/>
            <a:ext cx="3383280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" y="3794760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" y="3995928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satılıyor? Kaç çeşit? Dokunuluyor, deneniyor, koklanıyor mu? Fiyat segmenti?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94944" y="4636008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4944" y="4416552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4944" y="4197096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14800" y="1325880"/>
            <a:ext cx="3383280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61104" y="1417320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DAVRANIŞ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1618488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 insanı nereye yönlendiriyor? Nerede yavaşlatıyor, nerede hızlandırıyor?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261104" y="2258568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1104" y="2039112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1104" y="1819656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0" y="2514600"/>
            <a:ext cx="3383280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261104" y="2606040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DUYULAR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261104" y="2807208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duyular devrede? Hangisi baskın? Hangisi hiç yok — ve bu bilinçli mi?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261104" y="3447288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61104" y="3227832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61104" y="3008376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14800" y="3703320"/>
            <a:ext cx="3383280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261104" y="3794760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4261104" y="3995928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 hissi: üç sıfat. Her sıfatı üreten somut tasarım kararı ne?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261104" y="4636008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61104" y="4416552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61104" y="4197096"/>
            <a:ext cx="3090672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80960" y="1325880"/>
            <a:ext cx="3959352" cy="2286000"/>
          </a:xfrm>
          <a:prstGeom prst="rect">
            <a:avLst/>
          </a:prstGeom>
          <a:ln w="13970">
            <a:solidFill>
              <a:srgbClr val="7A7A8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827264" y="1417320"/>
            <a:ext cx="3666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VE DOLAŞIM TAHMİNİ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827264" y="1618488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Görselden tahmin ettiğin planı çiz. Girişi, ana rotayı ve durma noktalarını okla göster.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680960" y="3703320"/>
            <a:ext cx="3959352" cy="109728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827264" y="3794760"/>
            <a:ext cx="3666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GÖRÜNMEYEN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7827264" y="3995928"/>
            <a:ext cx="3666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Depo, kasa arkası ve personel nerede olabilir? Görselde göremediğin ne var?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827264" y="4636008"/>
            <a:ext cx="3666744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827264" y="4416552"/>
            <a:ext cx="3666744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27264" y="4197096"/>
            <a:ext cx="3666744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9834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ANAHTAR KELİME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2834640" y="4983480"/>
            <a:ext cx="8805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“kaliteli”, “modern”, “özel” kabul edilmez — her markaya uyar, hiçbir mekânsal karar üretmez.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8640" y="5257800"/>
            <a:ext cx="3538728" cy="96012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76656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A6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1005840" y="5596128"/>
            <a:ext cx="2935224" cy="0"/>
          </a:xfrm>
          <a:prstGeom prst="line">
            <a:avLst/>
          </a:prstGeom>
          <a:noFill/>
          <a:ln w="11430">
            <a:solidFill>
              <a:srgbClr val="7A7A8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6656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 — görselde neye dayanıyor?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76656" y="6089904"/>
            <a:ext cx="3264408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15968" y="5257800"/>
            <a:ext cx="3538728" cy="96012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443984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A6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4773168" y="5596128"/>
            <a:ext cx="2935224" cy="0"/>
          </a:xfrm>
          <a:prstGeom prst="line">
            <a:avLst/>
          </a:prstGeom>
          <a:noFill/>
          <a:ln w="11430">
            <a:solidFill>
              <a:srgbClr val="7A7A8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443984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 — görselde neye dayanıyor?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443984" y="6089904"/>
            <a:ext cx="3264408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83296" y="5257800"/>
            <a:ext cx="3538728" cy="960120"/>
          </a:xfrm>
          <a:prstGeom prst="rect">
            <a:avLst/>
          </a:prstGeom>
          <a:ln w="11430">
            <a:solidFill>
              <a:srgbClr val="C9C9C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21131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A6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68" name="Shape 66"/>
          <p:cNvSpPr/>
          <p:nvPr/>
        </p:nvSpPr>
        <p:spPr>
          <a:xfrm>
            <a:off x="8540496" y="5596128"/>
            <a:ext cx="2935224" cy="0"/>
          </a:xfrm>
          <a:prstGeom prst="line">
            <a:avLst/>
          </a:prstGeom>
          <a:noFill/>
          <a:ln w="11430">
            <a:solidFill>
              <a:srgbClr val="7A7A82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211312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 — görselde neye dayanıyor?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8211312" y="6089904"/>
            <a:ext cx="3264408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6345936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Mağaza Tasarımı  ·  Hafta 1 egzersizi  ·  Süre: 25 dakika, bireysel ve sessiz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Egzersizi yönetme notu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Mağaza okuma  ·  75 dakika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SEÇİM KRİTERLERİ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12648" y="1545336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Dördü birbirinden farklı olsun: biri yoğun ve ucuz, biri az ürünlü ve pahalı, biri üretimi görünür, biri koku ya da gıda ağırlıklı.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2648" y="2057400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975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Tanınmayan mağazalar seçin. Öğrenci Zara'yı tanırsa görseli okumaz, bildiğini yazar.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" y="2569464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487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Logoyu ve tabelayı kırpın. Marka adı görünmesin — mekânı okumak zorunda kalsınlar.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" y="3081528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2999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mekân görseli olsun, vitrin fotoğrafı değil; dolaşım okunabilsin.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" y="3593592"/>
            <a:ext cx="91440" cy="91440"/>
          </a:xfrm>
          <a:prstGeom prst="ellipse">
            <a:avLst/>
          </a:prstGeom>
          <a:solidFill>
            <a:srgbClr val="8C3A2B"/>
          </a:solidFill>
          <a:ln w="12700">
            <a:solidFill>
              <a:srgbClr val="8C3A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51129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Görseli numaralandırın (1–4) ve kâğıdın üstüne numarayı yazdırın.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AKIŞ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49961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146304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Yönerge + birlikte bir örnek. Beşinci bir görseli ekrana yansıtıp iki kutuyu sınıfla doldurun.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dk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1975104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Bireysel ve sessiz çalışma. Konuşma yok, telefon yok, arama yok.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52374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487168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görseli alanlar dörtlü gruplaşır ve karşılaştırır. Anlaşamadıkları yer asıl konudur.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03580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dk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99923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grup sırayla görselini sınıfa anlatır — beşer dakika.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35478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dk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511296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Kapanış sorusu: “Aynı mekân başka ne satabilirdi, ne satamazdı?”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11091672" cy="0"/>
          </a:xfrm>
          <a:prstGeom prst="line">
            <a:avLst/>
          </a:prstGeom>
          <a:noFill/>
          <a:ln w="12700">
            <a:solidFill>
              <a:srgbClr val="C9C9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37083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8C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DOLDURULMUŞ SATIR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62686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seramik atölyesi görseli için: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956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GÖRDÜĞÜM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4919472"/>
            <a:ext cx="9400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Ürünler tek tek, aralarında 30–40 cm boşlukla duruyor. Her parçanın üstünde ayrı bir nokta ışık var. Raf sayısı az.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4132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ÇIKARDIĞIM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240280" y="5376672"/>
            <a:ext cx="9400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Ürünler birbirinin aynısı değil; her biri tekil. Marka “el yapımı” iddiasında ve bunu yoğunluk düşürerek kanıtlıyor.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704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6A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KELİME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2240280" y="5833872"/>
            <a:ext cx="9400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TEKİLLİK  —  kanıt: ürünler arası boşluk ve parça başına ayrı aydınlatma.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C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görülen hata: kanıtsız çıkarım. “Lüks bir marka” yazıp geçmek. Her çıkarımın yanında görseldeki dayanağını isteyin — bu alışkanlık dönem boyunca işinize yarayacak.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Mağaza okuma çalışma kâğıdı</dc:title>
  <dc:subject>PptxGenJS Presentation</dc:subject>
  <dc:creator>PptxGenJS</dc:creator>
  <cp:lastModifiedBy>PptxGenJS</cp:lastModifiedBy>
  <cp:revision>1</cp:revision>
  <dcterms:created xsi:type="dcterms:W3CDTF">2026-09-12T12:57:53Z</dcterms:created>
  <dcterms:modified xsi:type="dcterms:W3CDTF">2026-09-12T12:57:53Z</dcterms:modified>
</cp:coreProperties>
</file>