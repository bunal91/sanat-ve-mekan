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 dikey basılır. Her öğrenci üç kopya doldurur. Hafta 2'de saha gezisinden sonra biri onaylanır.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Paftanın arkasına basılabilir ya da ayrı verilebilir.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108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araştırma paftası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400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aday marka için ayrı bir pafta. Üç pafta ile gelin.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349240" y="3291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ADAY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806440" y="301752"/>
            <a:ext cx="219456" cy="219456"/>
          </a:xfrm>
          <a:prstGeom prst="ellipse">
            <a:avLst/>
          </a:prstGeom>
          <a:ln w="11430">
            <a:solidFill>
              <a:srgbClr val="7A7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06440" y="301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126480" y="301752"/>
            <a:ext cx="219456" cy="219456"/>
          </a:xfrm>
          <a:prstGeom prst="ellipse">
            <a:avLst/>
          </a:prstGeom>
          <a:ln w="11430">
            <a:solidFill>
              <a:srgbClr val="7A7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301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46520" y="301752"/>
            <a:ext cx="219456" cy="219456"/>
          </a:xfrm>
          <a:prstGeom prst="ellipse">
            <a:avLst/>
          </a:prstGeom>
          <a:ln w="11430">
            <a:solidFill>
              <a:srgbClr val="7A7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301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6355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007608" y="786384"/>
            <a:ext cx="114300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024128"/>
            <a:ext cx="6739128" cy="0"/>
          </a:xfrm>
          <a:prstGeom prst="line">
            <a:avLst/>
          </a:prstGeom>
          <a:noFill/>
          <a:ln w="13970">
            <a:solidFill>
              <a:srgbClr val="1616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133856"/>
            <a:ext cx="6739128" cy="91440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11887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12070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KÜNYESİ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" y="14310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adı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88136" y="1581912"/>
            <a:ext cx="263347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14310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Instagram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09160" y="1581912"/>
            <a:ext cx="576072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16596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Kuruluş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96696" y="1810512"/>
            <a:ext cx="144475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16596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(tahmin)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10128" y="1810512"/>
            <a:ext cx="318211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165963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nerede satıyor: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1208" y="188366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1842516"/>
            <a:ext cx="676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sitesi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408176" y="188366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45336" y="1842516"/>
            <a:ext cx="5257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144268" y="188366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81428" y="1842516"/>
            <a:ext cx="5257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pazaryeri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80360" y="188366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17520" y="1842516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fiziksel nokta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069080" y="188366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06240" y="1842516"/>
            <a:ext cx="10287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mağazada köşe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08092" y="188366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45252" y="1842516"/>
            <a:ext cx="676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/ fuar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480" y="2121408"/>
            <a:ext cx="6739128" cy="1298448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2920" y="21762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" y="2194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3611880" y="2194560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ölçüler teşhir biriminin ölçüsünü belirleyecek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521208" y="241858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satıyor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143000" y="2569464"/>
            <a:ext cx="6007608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1208" y="26471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farklı ürün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435608" y="2798064"/>
            <a:ext cx="210312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57600" y="26471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aralığı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434840" y="2798064"/>
            <a:ext cx="585216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1208" y="28529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 NOTU  —  ürünü gerçekten ölç ya da ambalajından tahmin et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521208" y="30312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ürün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298448" y="3182112"/>
            <a:ext cx="109728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468880" y="30312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küçük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35808" y="3182112"/>
            <a:ext cx="322783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389120" y="30312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kırılgan / en ağır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86400" y="3182112"/>
            <a:ext cx="553212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" y="3493008"/>
            <a:ext cx="6739128" cy="1572768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02920" y="35478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58952" y="3566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ÜRÜNLE İLİŞKİ VE DEPOLAMA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521208" y="3794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ürünle ne yapıyor?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21208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8368" y="3963924"/>
            <a:ext cx="5257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dokunuyor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257300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394460" y="3963924"/>
            <a:ext cx="4251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deniyor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029968" y="39639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kokluyor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578608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715768" y="3963924"/>
            <a:ext cx="4251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tadıyor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21208" y="4197096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58368" y="4155948"/>
            <a:ext cx="576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ölçtürüyor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307592" y="4197096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444752" y="4155948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bakıyor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521208" y="44439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mekânda neyi gerektiriyor?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21208" y="4791456"/>
            <a:ext cx="31089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" y="4974336"/>
            <a:ext cx="31089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58184" y="3767328"/>
            <a:ext cx="0" cy="0"/>
          </a:xfrm>
          <a:prstGeom prst="line">
            <a:avLst/>
          </a:prstGeom>
          <a:noFill/>
          <a:ln w="11430">
            <a:solidFill>
              <a:srgbClr val="C9C9C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58184" y="3767328"/>
            <a:ext cx="0" cy="1188720"/>
          </a:xfrm>
          <a:prstGeom prst="line">
            <a:avLst/>
          </a:prstGeom>
          <a:noFill/>
          <a:ln w="11430">
            <a:solidFill>
              <a:srgbClr val="C9C9C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886200" y="3794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depolanır?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886200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023360" y="3963924"/>
            <a:ext cx="2240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320540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457700" y="3963924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askı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805172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942332" y="3963924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289804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426964" y="3963924"/>
            <a:ext cx="3246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824728" y="400507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961888" y="39639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karanlık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886200" y="4197096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023360" y="4155948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370832" y="4197096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507992" y="4155948"/>
            <a:ext cx="2240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805172" y="4197096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942332" y="4155948"/>
            <a:ext cx="3246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3886200" y="44439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devir hızı: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937760" y="4480560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074920" y="4439412"/>
            <a:ext cx="3246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472684" y="4480560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609844" y="443941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957316" y="4480560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094476" y="4439412"/>
            <a:ext cx="3246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yavaş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3886200" y="46725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Sezonluk mu: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937760" y="4709160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074920" y="466801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5422392" y="4709160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559552" y="4668012"/>
            <a:ext cx="3246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3886200" y="48600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Depo, satış alanının yüzde kaçı olmalı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989320" y="5010912"/>
            <a:ext cx="452628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11480" y="5138928"/>
            <a:ext cx="6739128" cy="896112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02920" y="51937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09" name="Text 107"/>
          <p:cNvSpPr txBox="1"/>
          <p:nvPr/>
        </p:nvSpPr>
        <p:spPr>
          <a:xfrm>
            <a:off x="758952" y="5212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</a:t>
            </a:r>
            <a:endParaRPr lang="en-US" sz="800" dirty="0"/>
          </a:p>
        </p:txBody>
      </p:sp>
      <p:sp>
        <p:nvSpPr>
          <p:cNvPr id="110" name="Text 108"/>
          <p:cNvSpPr txBox="1"/>
          <p:nvPr/>
        </p:nvSpPr>
        <p:spPr>
          <a:xfrm>
            <a:off x="3611880" y="5212080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meslek ve yaş değil — davranış yaz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521208" y="543610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alıyor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1143000" y="5586984"/>
            <a:ext cx="6007608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21208" y="56647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Nereden duydu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1362456" y="5815584"/>
            <a:ext cx="162763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108960" y="56647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Yanında kim var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4023360" y="5815584"/>
            <a:ext cx="361188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166360" y="56647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 zamanı var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6309360" y="5815584"/>
            <a:ext cx="548640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521208" y="58933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Nelerden rahatsız olur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755648" y="6044184"/>
            <a:ext cx="539496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1480" y="6108192"/>
            <a:ext cx="6739128" cy="1481328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02920" y="61630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23" name="Text 121"/>
          <p:cNvSpPr txBox="1"/>
          <p:nvPr/>
        </p:nvSpPr>
        <p:spPr>
          <a:xfrm>
            <a:off x="758952" y="61813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DİLİ VE ANAHTAR KELİMELER</a:t>
            </a:r>
            <a:endParaRPr lang="en-US" sz="800" dirty="0"/>
          </a:p>
        </p:txBody>
      </p:sp>
      <p:sp>
        <p:nvSpPr>
          <p:cNvPr id="124" name="Text 122"/>
          <p:cNvSpPr txBox="1"/>
          <p:nvPr/>
        </p:nvSpPr>
        <p:spPr>
          <a:xfrm>
            <a:off x="521208" y="64053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sıfatla tarif et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572768" y="6556248"/>
            <a:ext cx="315468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846320" y="64053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kimliği: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760720" y="643280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5897880" y="639165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245352" y="643280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6382512" y="639165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5760720" y="6624828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5897880" y="6583680"/>
            <a:ext cx="4251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ambalaj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6396228" y="6624828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6533388" y="6583680"/>
            <a:ext cx="2240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21208" y="6675120"/>
            <a:ext cx="6519672" cy="841248"/>
          </a:xfrm>
          <a:prstGeom prst="rect">
            <a:avLst/>
          </a:prstGeom>
          <a:solidFill>
            <a:srgbClr val="F6EAE6"/>
          </a:solidFill>
          <a:ln w="11430">
            <a:solidFill>
              <a:srgbClr val="8C3A2B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30936" y="67299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ANAHTAR KELİME</a:t>
            </a:r>
            <a:endParaRPr lang="en-US" sz="750" dirty="0"/>
          </a:p>
        </p:txBody>
      </p:sp>
      <p:sp>
        <p:nvSpPr>
          <p:cNvPr id="137" name="Text 135"/>
          <p:cNvSpPr txBox="1"/>
          <p:nvPr/>
        </p:nvSpPr>
        <p:spPr>
          <a:xfrm>
            <a:off x="2194560" y="672998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“kaliteli”, “modern”, “özel” kabul edilmez — her markaya uyar, hiçbir mekânsal karar üretmez</a:t>
            </a:r>
            <a:endParaRPr lang="en-US" sz="700" dirty="0"/>
          </a:p>
        </p:txBody>
      </p:sp>
      <p:sp>
        <p:nvSpPr>
          <p:cNvPr id="138" name="Text 136"/>
          <p:cNvSpPr txBox="1"/>
          <p:nvPr/>
        </p:nvSpPr>
        <p:spPr>
          <a:xfrm>
            <a:off x="630936" y="692200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795528" y="7077456"/>
            <a:ext cx="171907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2606040" y="692658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2990088" y="7077456"/>
            <a:ext cx="3941064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630936" y="710488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795528" y="7260336"/>
            <a:ext cx="171907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2606040" y="710946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2990088" y="7260336"/>
            <a:ext cx="3941064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630936" y="728776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795528" y="7443216"/>
            <a:ext cx="1719072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2606040" y="729234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2990088" y="7443216"/>
            <a:ext cx="3941064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11480" y="7662672"/>
            <a:ext cx="6739128" cy="1572768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502920" y="77175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52" name="Text 150"/>
          <p:cNvSpPr txBox="1"/>
          <p:nvPr/>
        </p:nvSpPr>
        <p:spPr>
          <a:xfrm>
            <a:off x="758952" y="77358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KARŞILIK</a:t>
            </a:r>
            <a:endParaRPr lang="en-US" sz="800" dirty="0"/>
          </a:p>
        </p:txBody>
      </p:sp>
      <p:sp>
        <p:nvSpPr>
          <p:cNvPr id="153" name="Text 151"/>
          <p:cNvSpPr txBox="1"/>
          <p:nvPr/>
        </p:nvSpPr>
        <p:spPr>
          <a:xfrm>
            <a:off x="3611880" y="7735824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anahtar kelime bir tasarım kararına dönüşmeli</a:t>
            </a:r>
            <a:endParaRPr lang="en-US" sz="700" dirty="0"/>
          </a:p>
        </p:txBody>
      </p:sp>
      <p:sp>
        <p:nvSpPr>
          <p:cNvPr id="154" name="Text 152"/>
          <p:cNvSpPr txBox="1"/>
          <p:nvPr/>
        </p:nvSpPr>
        <p:spPr>
          <a:xfrm>
            <a:off x="521208" y="79644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KELİME</a:t>
            </a:r>
            <a:endParaRPr lang="en-US" sz="700" dirty="0"/>
          </a:p>
        </p:txBody>
      </p:sp>
      <p:sp>
        <p:nvSpPr>
          <p:cNvPr id="155" name="Text 153"/>
          <p:cNvSpPr txBox="1"/>
          <p:nvPr/>
        </p:nvSpPr>
        <p:spPr>
          <a:xfrm>
            <a:off x="2441448" y="79644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İLKE</a:t>
            </a:r>
            <a:endParaRPr lang="en-US" sz="700" dirty="0"/>
          </a:p>
        </p:txBody>
      </p:sp>
      <p:sp>
        <p:nvSpPr>
          <p:cNvPr id="156" name="Text 154"/>
          <p:cNvSpPr txBox="1"/>
          <p:nvPr/>
        </p:nvSpPr>
        <p:spPr>
          <a:xfrm>
            <a:off x="4818888" y="7964424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 ÖĞESİ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521208" y="8412480"/>
            <a:ext cx="173736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2276856" y="82204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2441448" y="8412480"/>
            <a:ext cx="21945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4654296" y="82204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4818888" y="8412480"/>
            <a:ext cx="222199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21208" y="8741664"/>
            <a:ext cx="173736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2276856" y="8549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2441448" y="8741664"/>
            <a:ext cx="21945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4654296" y="8549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4818888" y="8741664"/>
            <a:ext cx="222199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21208" y="9070848"/>
            <a:ext cx="1737360" cy="0"/>
          </a:xfrm>
          <a:prstGeom prst="line">
            <a:avLst/>
          </a:prstGeom>
          <a:noFill/>
          <a:ln w="9525">
            <a:solidFill>
              <a:srgbClr val="7A7A82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2276856" y="88788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2441448" y="9070848"/>
            <a:ext cx="21945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4654296" y="88788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4818888" y="9070848"/>
            <a:ext cx="222199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521208" y="8997696"/>
            <a:ext cx="6519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 her ürün elde üretiliyor  →  TEKİLLİK  →  düşük yoğunluk, her ürüne kendi ışığı  →  tekil kaide, nokta aydınlatma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411480" y="9308592"/>
            <a:ext cx="6739128" cy="841248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502920" y="93634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5" name="Text 173"/>
          <p:cNvSpPr txBox="1"/>
          <p:nvPr/>
        </p:nvSpPr>
        <p:spPr>
          <a:xfrm>
            <a:off x="758952" y="93817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İKİ SORU</a:t>
            </a:r>
            <a:endParaRPr lang="en-US" sz="800" dirty="0"/>
          </a:p>
        </p:txBody>
      </p:sp>
      <p:sp>
        <p:nvSpPr>
          <p:cNvPr id="176" name="Text 174"/>
          <p:cNvSpPr txBox="1"/>
          <p:nvPr/>
        </p:nvSpPr>
        <p:spPr>
          <a:xfrm>
            <a:off x="521208" y="9601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markanın ürünü ekrandan satılamayan neye sahip?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521208" y="9838944"/>
            <a:ext cx="31089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21208" y="10021824"/>
            <a:ext cx="31089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758184" y="9582912"/>
            <a:ext cx="0" cy="457200"/>
          </a:xfrm>
          <a:prstGeom prst="line">
            <a:avLst/>
          </a:prstGeom>
          <a:noFill/>
          <a:ln w="11430">
            <a:solidFill>
              <a:srgbClr val="C9C9CF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3886200" y="96012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UYGUNLUK KONTROLÜ  —  beşi de işaretlenmeliydi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3886200" y="981151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4023360" y="9770364"/>
            <a:ext cx="576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bazlı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4672584" y="9811512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4809744" y="9770364"/>
            <a:ext cx="11292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mağazası yok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3886200" y="10003536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4023360" y="996238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mekân kimliği yok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3886200" y="10195560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4023360" y="10154412"/>
            <a:ext cx="14310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/ hesap doğrulanabilir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3886200" y="10387584"/>
            <a:ext cx="91440" cy="91440"/>
          </a:xfrm>
          <a:prstGeom prst="rect">
            <a:avLst/>
          </a:prstGeom>
          <a:ln w="9525">
            <a:solidFill>
              <a:srgbClr val="7A7A82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4023360" y="10346436"/>
            <a:ext cx="14310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edilecek malzeme var</a:t>
            </a:r>
            <a:endParaRPr lang="en-US" sz="750" dirty="0"/>
          </a:p>
        </p:txBody>
      </p:sp>
      <p:sp>
        <p:nvSpPr>
          <p:cNvPr id="191" name="Text 189"/>
          <p:cNvSpPr txBox="1"/>
          <p:nvPr/>
        </p:nvSpPr>
        <p:spPr>
          <a:xfrm>
            <a:off x="411480" y="10222992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ambalaj ve marka görsellerini bu sayfanın arkasına yapıştırın.  ·  Mağaza Tasarımı  ·  Hafta 1 ödevi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10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Paftayı doldururken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400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sayfayı doldurmayın; yanınızda bulunsun.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6739128" cy="0"/>
          </a:xfrm>
          <a:prstGeom prst="line">
            <a:avLst/>
          </a:prstGeom>
          <a:noFill/>
          <a:ln w="13970">
            <a:solidFill>
              <a:srgbClr val="1616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097280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HANGİ KOŞULLARI SAĞLAMALI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80744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07592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satıyor — hizmet değil. Elle tutulur bir şey olmalı.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91640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mağazası yok, ya da yalnızca tek küçük bir noktası var.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75688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bir mekân kimliği yok: internette mağaza fotoğrafları çıkmıyor.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59736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 doğrulanabilir: çalışan bir sitesi ve/veya aktif bir hesabı var.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43784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edecek malzeme var: ürün gamı, dili, hikâyesi okunabiliyor.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410712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BİLGİYİ NEREDEN BULACAKSINIZ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21024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kendi sitesi — özellikle “hakkımızda” ve ürün açıklamaları.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023360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gönderilerden çok yorumlar ve markanın yanıt verme biçimi.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98848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425696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ambalajı ve etiketi — malzeme, ölçü, saklama koşulu buradan okunur.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901184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828032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 basında çıkan yazılar, röportajlar, pazar ve fuar kayıtları.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303520"/>
            <a:ext cx="64008" cy="64008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230368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değerlisi: marka sahibiyle yirmi dakikalık bir telefon görüşmesi. Küçük markalar buna genelde açıktır — sorun.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5815584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 YAPILAN ÜÇ HATA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6044184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Tanınmış marka seçmek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6245352"/>
            <a:ext cx="673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dili zaten belirlenmiş bir markayı seçerseniz tasarlamazsınız, taklit edersiniz. Dersin konusu bu değil.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6739128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Boş marka seçmek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940296"/>
            <a:ext cx="673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gönderisi olan bir hesabın analiz edilecek hiçbir şeyi yoktur. Ürün gamı ve dili okunabilmeli.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7434072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Anahtar kelime yerine sıfat yazmak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7635240"/>
            <a:ext cx="673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“Kaliteli”, “modern”, “özel” her markaya uyar ve hiçbir mekânsal karar üretmez. Sınama şudur: kelime bir mekânsal karara dönüşemiyorsa, o bir anahtar kelime değildir.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" y="8220456"/>
            <a:ext cx="6739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 NOTUNU CİDDİYE ALIN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8449056"/>
            <a:ext cx="673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Paftadaki ölçü satırları tasarımın en somut girdisidir. Bir ürünün boyutu raf derinliğini, ağırlığı taşıyıcıyı, kırılganlığı açık raf ile cam dolap arasındaki seçimi, çeşit sayısı ise metrekare başına düşen yoğunluğu belirler.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Mümkünse ürünü gerçekten ölçün. Mümkün değilse ambalaj görselinden tahmin edin ve tahmin olduğunu yazın — tahmin edilmiş bir ölçü, hiç ölçü olmamasından iyidir.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9454896"/>
            <a:ext cx="6739128" cy="658368"/>
          </a:xfrm>
          <a:prstGeom prst="rect">
            <a:avLst/>
          </a:prstGeom>
          <a:solidFill>
            <a:srgbClr val="F6EAE6"/>
          </a:solidFill>
          <a:ln w="11430">
            <a:solidFill>
              <a:srgbClr val="8C3A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9454896"/>
            <a:ext cx="6373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paftayla gelin. Hafta 2'de saha gezisinden sonra biri onaylanacak — mekânı gördükten sonra karar vereceksiniz.  Bir markayı yalnızca bir öğrenci alabilir.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Marka araştırma paftası</dc:title>
  <dc:subject>PptxGenJS Presentation</dc:subject>
  <dc:creator>PptxGenJS</dc:creator>
  <cp:lastModifiedBy>PptxGenJS</cp:lastModifiedBy>
  <cp:revision>1</cp:revision>
  <dcterms:created xsi:type="dcterms:W3CDTF">2026-09-17T09:09:28Z</dcterms:created>
  <dcterms:modified xsi:type="dcterms:W3CDTF">2026-09-17T09:09:28Z</dcterms:modified>
</cp:coreProperties>
</file>