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21383976" cy="30275967"/>
  <p:notesSz cx="30275967" cy="213839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9999" y="630022"/>
            <a:ext cx="10799978" cy="3239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20" kern="0" dirty="0">
                <a:solidFill>
                  <a:srgbClr val="8C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KAPADOKYA ÜNİVERSİTESİ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19999" y="964783"/>
            <a:ext cx="12959974" cy="2880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Mimarlık, Tasarım ve Güzel Sanatlar Fakültesi  ·  İç Mimarlık ve Çevre Tasarımı Bölümü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9999" y="1439997"/>
            <a:ext cx="13679973" cy="54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– 301  İÇ MİMARİ TASARIM STÜDYOSU IV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19999" y="2105955"/>
            <a:ext cx="7199986" cy="2880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2026–27 Güz Dönemi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903988" y="630022"/>
            <a:ext cx="5759988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903988" y="1098012"/>
            <a:ext cx="5759988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3988" y="1385956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903988" y="1854037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28001" y="1385956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PAFTA NO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928001" y="1854037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903988" y="2141982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JÜRİ / TESLİM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903988" y="2609972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928001" y="2141982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28001" y="2609972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999" y="2916022"/>
            <a:ext cx="19943978" cy="0"/>
          </a:xfrm>
          <a:prstGeom prst="line">
            <a:avLst/>
          </a:prstGeom>
          <a:noFill/>
          <a:ln w="25400">
            <a:solidFill>
              <a:srgbClr val="8C3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999" y="3203966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9999" y="3203966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95987" y="3203966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63977" y="3203966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999" y="29052042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999" y="28583961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95987" y="29052042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663977" y="28583961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999" y="29268024"/>
            <a:ext cx="19943978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999" y="29412042"/>
            <a:ext cx="12959974" cy="2520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301  ·  İÇ MİMARİ TASARIM STÜDYOSU IV  ·  2026–27 GÜZ  ·  MERSİN MARINA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4903988" y="29412042"/>
            <a:ext cx="5759988" cy="2520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ÖLÇEK  ____________________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9999" y="630022"/>
            <a:ext cx="10799978" cy="3239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20" kern="0" dirty="0">
                <a:solidFill>
                  <a:srgbClr val="8C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KAPADOKYA ÜNİVERSİTESİ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19999" y="964783"/>
            <a:ext cx="12959974" cy="2880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Mimarlık, Tasarım ve Güzel Sanatlar Fakültesi  ·  İç Mimarlık ve Çevre Tasarımı Bölümü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9999" y="1439997"/>
            <a:ext cx="13679973" cy="54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– 301  İÇ MİMARİ TASARIM STÜDYOSU IV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19999" y="2105955"/>
            <a:ext cx="7199986" cy="2880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2026–27 Güz Dönemi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903988" y="630022"/>
            <a:ext cx="5759988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903988" y="1098012"/>
            <a:ext cx="5759988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3988" y="1385956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903988" y="1854037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28001" y="1385956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PAFTA NO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928001" y="1854037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903988" y="2141982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JÜRİ / TESLİM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4903988" y="2609972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928001" y="2141982"/>
            <a:ext cx="2735976" cy="18004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28001" y="2609972"/>
            <a:ext cx="2735976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999" y="2916022"/>
            <a:ext cx="19943978" cy="0"/>
          </a:xfrm>
          <a:prstGeom prst="line">
            <a:avLst/>
          </a:prstGeom>
          <a:noFill/>
          <a:ln w="25400">
            <a:solidFill>
              <a:srgbClr val="8C3A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999" y="3203966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9999" y="3203966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95987" y="3203966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63977" y="3203966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9999" y="29052042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999" y="28583961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95987" y="29052042"/>
            <a:ext cx="467990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663977" y="28583961"/>
            <a:ext cx="0" cy="46799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999" y="29268024"/>
            <a:ext cx="19943978" cy="0"/>
          </a:xfrm>
          <a:prstGeom prst="line">
            <a:avLst/>
          </a:prstGeom>
          <a:noFill/>
          <a:ln w="9525">
            <a:solidFill>
              <a:srgbClr val="C3CA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999" y="29412042"/>
            <a:ext cx="12959974" cy="2520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IMC 301  ·  İÇ MİMARİ TASARIM STÜDYOSU IV  ·  2026–27 GÜZ  ·  MERSİN MARINA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4903988" y="29412042"/>
            <a:ext cx="5759988" cy="2520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ÖLÇEK  ____________________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IMC 301 Pafta Sablonu A1</dc:title>
  <dc:subject>PptxGenJS Presentation</dc:subject>
  <dc:creator>Kapadokya Universitesi - Ic Mimarlik ve Cevre Tasarimi</dc:creator>
  <cp:lastModifiedBy>Kapadokya Universitesi - Ic Mimarlik ve Cevre Tasarimi</cp:lastModifiedBy>
  <cp:revision>1</cp:revision>
  <dcterms:created xsi:type="dcterms:W3CDTF">2026-10-21T11:28:31Z</dcterms:created>
  <dcterms:modified xsi:type="dcterms:W3CDTF">2026-10-21T11:28:31Z</dcterms:modified>
</cp:coreProperties>
</file>