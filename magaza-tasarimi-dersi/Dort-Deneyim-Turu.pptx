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önceki slaydın devamı: orada deneyimin neyden oluştuğu, burada hangi biçimlerde kurulabileceği anlatılıyor. Öğrencilere kendi markalarına hangi türün uyduğunu düşündürün — bu, konsept kararını doğrudan besliyor.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ATMOSFER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6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Mağazanın sunabileceği dört deneyim türü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35508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72768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Deneyim tek bir biçimde kurulmaz. Aşağıdaki dört tür, müşterinin mağazada ne yaptığına göre ayrışır ve her biri mekândan farklı bir şey ister. Bir mağaza dördünü birden iyi yapamaz; hangisini seçtiği bir tasarım kararıdır.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62456" y="2368296"/>
            <a:ext cx="1572768" cy="1572768"/>
          </a:xfrm>
          <a:prstGeom prst="ellipse">
            <a:avLst/>
          </a:prstGeom>
          <a:solidFill>
            <a:srgbClr val="F6EAE6"/>
          </a:solidFill>
          <a:ln w="19050">
            <a:solidFill>
              <a:srgbClr val="8C3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62456" y="274320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4142232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etkin katıldığı deneyim; amaç yeni bir şey öğrenmek.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513892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4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TALEP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5358384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masası · demo alanı · oturma düzeni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35224" y="3154680"/>
            <a:ext cx="1216152" cy="0"/>
          </a:xfrm>
          <a:prstGeom prst="line">
            <a:avLst/>
          </a:prstGeom>
          <a:noFill/>
          <a:ln w="12700">
            <a:solidFill>
              <a:srgbClr val="C9C9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51376" y="2368296"/>
            <a:ext cx="1572768" cy="1572768"/>
          </a:xfrm>
          <a:prstGeom prst="ellipse">
            <a:avLst/>
          </a:prstGeom>
          <a:solidFill>
            <a:srgbClr val="FCFCFA"/>
          </a:solidFill>
          <a:ln w="12700">
            <a:solidFill>
              <a:srgbClr val="C9C9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51376" y="274320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4142232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görevlisinin rolü ürün gösterenden deneyim kurana dönüşür.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513892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4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TALEP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5358384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 noktası · birebir tezgâh · ölçü alma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24144" y="3154680"/>
            <a:ext cx="1216152" cy="0"/>
          </a:xfrm>
          <a:prstGeom prst="line">
            <a:avLst/>
          </a:prstGeom>
          <a:noFill/>
          <a:ln w="12700">
            <a:solidFill>
              <a:srgbClr val="C9C9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0296" y="2368296"/>
            <a:ext cx="1572768" cy="1572768"/>
          </a:xfrm>
          <a:prstGeom prst="ellipse">
            <a:avLst/>
          </a:prstGeom>
          <a:solidFill>
            <a:srgbClr val="FCFCFA"/>
          </a:solidFill>
          <a:ln w="12700">
            <a:solidFill>
              <a:srgbClr val="C9C9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0296" y="274320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kanallılık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4142232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birden çok kanaldan geliyor; mağaza bunları buluşturmalı.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28232" y="513892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4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TALEP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5358384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sorgu · online sipariş teslimi · iade noktası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13064" y="3154680"/>
            <a:ext cx="1216152" cy="0"/>
          </a:xfrm>
          <a:prstGeom prst="line">
            <a:avLst/>
          </a:prstGeom>
          <a:noFill/>
          <a:ln w="12700">
            <a:solidFill>
              <a:srgbClr val="C9C9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29216" y="2368296"/>
            <a:ext cx="1572768" cy="1572768"/>
          </a:xfrm>
          <a:prstGeom prst="ellipse">
            <a:avLst/>
          </a:prstGeom>
          <a:solidFill>
            <a:srgbClr val="FCFCFA"/>
          </a:solidFill>
          <a:ln w="12700">
            <a:solidFill>
              <a:srgbClr val="C9C9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9216" y="274320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Hazine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avı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4142232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 sürede bulunan ürünlerin yarattığı heyecan; hızlı ürün değişimi.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217152" y="513892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4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TALEP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217152" y="5358384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esnek teşhir · kampanya alanı · değişebilir düzen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9618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50" i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deneyim türü mekânda yer kaplar. Seçilmeyen türün alanını ayırmamak da bir karardır (Lindström, 2005; Xi &amp; Idris, 2026).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Dört deneyim türü</dc:title>
  <dc:subject>PptxGenJS Presentation</dc:subject>
  <dc:creator>PptxGenJS</dc:creator>
  <cp:lastModifiedBy>PptxGenJS</cp:lastModifiedBy>
  <cp:revision>1</cp:revision>
  <dcterms:created xsi:type="dcterms:W3CDTF">2026-09-03T09:11:50Z</dcterms:created>
  <dcterms:modified xsi:type="dcterms:W3CDTF">2026-09-03T09:11:50Z</dcterms:modified>
</cp:coreProperties>
</file>